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929050-D1EF-4AD0-86E6-90641A22F730}">
  <a:tblStyle styleId="{79929050-D1EF-4AD0-86E6-90641A22F73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g Nam" userId="c4879dfc948cc026" providerId="LiveId" clId="{8DBCA3E7-4569-434B-99E5-F18E8559C032}"/>
    <pc:docChg chg="undo custSel delSld modSld">
      <pc:chgData name="Cong Nam" userId="c4879dfc948cc026" providerId="LiveId" clId="{8DBCA3E7-4569-434B-99E5-F18E8559C032}" dt="2026-06-12T01:56:29.113" v="358" actId="1036"/>
      <pc:docMkLst>
        <pc:docMk/>
      </pc:docMkLst>
      <pc:sldChg chg="modSp mod">
        <pc:chgData name="Cong Nam" userId="c4879dfc948cc026" providerId="LiveId" clId="{8DBCA3E7-4569-434B-99E5-F18E8559C032}" dt="2026-06-11T23:48:54.773" v="168" actId="20577"/>
        <pc:sldMkLst>
          <pc:docMk/>
          <pc:sldMk cId="0" sldId="256"/>
        </pc:sldMkLst>
        <pc:spChg chg="mod">
          <ac:chgData name="Cong Nam" userId="c4879dfc948cc026" providerId="LiveId" clId="{8DBCA3E7-4569-434B-99E5-F18E8559C032}" dt="2026-06-11T23:48:04.047" v="78" actId="20577"/>
          <ac:spMkLst>
            <pc:docMk/>
            <pc:sldMk cId="0" sldId="256"/>
            <ac:spMk id="88" creationId="{00000000-0000-0000-0000-000000000000}"/>
          </ac:spMkLst>
        </pc:spChg>
        <pc:spChg chg="mod">
          <ac:chgData name="Cong Nam" userId="c4879dfc948cc026" providerId="LiveId" clId="{8DBCA3E7-4569-434B-99E5-F18E8559C032}" dt="2026-06-11T23:48:22.272" v="136" actId="20577"/>
          <ac:spMkLst>
            <pc:docMk/>
            <pc:sldMk cId="0" sldId="256"/>
            <ac:spMk id="89" creationId="{00000000-0000-0000-0000-000000000000}"/>
          </ac:spMkLst>
        </pc:spChg>
        <pc:spChg chg="mod">
          <ac:chgData name="Cong Nam" userId="c4879dfc948cc026" providerId="LiveId" clId="{8DBCA3E7-4569-434B-99E5-F18E8559C032}" dt="2026-06-11T23:48:50.691" v="167" actId="20577"/>
          <ac:spMkLst>
            <pc:docMk/>
            <pc:sldMk cId="0" sldId="256"/>
            <ac:spMk id="90" creationId="{00000000-0000-0000-0000-000000000000}"/>
          </ac:spMkLst>
        </pc:spChg>
        <pc:spChg chg="mod">
          <ac:chgData name="Cong Nam" userId="c4879dfc948cc026" providerId="LiveId" clId="{8DBCA3E7-4569-434B-99E5-F18E8559C032}" dt="2026-06-11T23:48:54.773" v="168" actId="20577"/>
          <ac:spMkLst>
            <pc:docMk/>
            <pc:sldMk cId="0" sldId="256"/>
            <ac:spMk id="91" creationId="{00000000-0000-0000-0000-000000000000}"/>
          </ac:spMkLst>
        </pc:spChg>
      </pc:sldChg>
      <pc:sldChg chg="modSp mod">
        <pc:chgData name="Cong Nam" userId="c4879dfc948cc026" providerId="LiveId" clId="{8DBCA3E7-4569-434B-99E5-F18E8559C032}" dt="2026-06-11T23:49:22.286" v="169" actId="1076"/>
        <pc:sldMkLst>
          <pc:docMk/>
          <pc:sldMk cId="0" sldId="258"/>
        </pc:sldMkLst>
        <pc:spChg chg="mod">
          <ac:chgData name="Cong Nam" userId="c4879dfc948cc026" providerId="LiveId" clId="{8DBCA3E7-4569-434B-99E5-F18E8559C032}" dt="2026-06-11T23:49:22.286" v="169" actId="1076"/>
          <ac:spMkLst>
            <pc:docMk/>
            <pc:sldMk cId="0" sldId="258"/>
            <ac:spMk id="117" creationId="{00000000-0000-0000-0000-000000000000}"/>
          </ac:spMkLst>
        </pc:spChg>
      </pc:sldChg>
      <pc:sldChg chg="modSp mod">
        <pc:chgData name="Cong Nam" userId="c4879dfc948cc026" providerId="LiveId" clId="{8DBCA3E7-4569-434B-99E5-F18E8559C032}" dt="2026-06-12T01:56:29.113" v="358" actId="1036"/>
        <pc:sldMkLst>
          <pc:docMk/>
          <pc:sldMk cId="0" sldId="259"/>
        </pc:sldMkLst>
        <pc:spChg chg="mod">
          <ac:chgData name="Cong Nam" userId="c4879dfc948cc026" providerId="LiveId" clId="{8DBCA3E7-4569-434B-99E5-F18E8559C032}" dt="2026-06-11T23:50:02.824" v="202" actId="20577"/>
          <ac:spMkLst>
            <pc:docMk/>
            <pc:sldMk cId="0" sldId="259"/>
            <ac:spMk id="137" creationId="{00000000-0000-0000-0000-000000000000}"/>
          </ac:spMkLst>
        </pc:spChg>
        <pc:spChg chg="mod">
          <ac:chgData name="Cong Nam" userId="c4879dfc948cc026" providerId="LiveId" clId="{8DBCA3E7-4569-434B-99E5-F18E8559C032}" dt="2026-06-11T23:50:08.105" v="204" actId="20577"/>
          <ac:spMkLst>
            <pc:docMk/>
            <pc:sldMk cId="0" sldId="259"/>
            <ac:spMk id="139" creationId="{00000000-0000-0000-0000-000000000000}"/>
          </ac:spMkLst>
        </pc:spChg>
        <pc:picChg chg="mod">
          <ac:chgData name="Cong Nam" userId="c4879dfc948cc026" providerId="LiveId" clId="{8DBCA3E7-4569-434B-99E5-F18E8559C032}" dt="2026-06-12T01:56:29.113" v="358" actId="1036"/>
          <ac:picMkLst>
            <pc:docMk/>
            <pc:sldMk cId="0" sldId="259"/>
            <ac:picMk id="131" creationId="{00000000-0000-0000-0000-000000000000}"/>
          </ac:picMkLst>
        </pc:picChg>
      </pc:sldChg>
      <pc:sldChg chg="modSp mod">
        <pc:chgData name="Cong Nam" userId="c4879dfc948cc026" providerId="LiveId" clId="{8DBCA3E7-4569-434B-99E5-F18E8559C032}" dt="2026-06-11T23:52:29.468" v="225" actId="20577"/>
        <pc:sldMkLst>
          <pc:docMk/>
          <pc:sldMk cId="0" sldId="260"/>
        </pc:sldMkLst>
        <pc:graphicFrameChg chg="modGraphic">
          <ac:chgData name="Cong Nam" userId="c4879dfc948cc026" providerId="LiveId" clId="{8DBCA3E7-4569-434B-99E5-F18E8559C032}" dt="2026-06-11T23:52:29.468" v="225" actId="20577"/>
          <ac:graphicFrameMkLst>
            <pc:docMk/>
            <pc:sldMk cId="0" sldId="260"/>
            <ac:graphicFrameMk id="153" creationId="{00000000-0000-0000-0000-000000000000}"/>
          </ac:graphicFrameMkLst>
        </pc:graphicFrameChg>
      </pc:sldChg>
      <pc:sldChg chg="modSp mod">
        <pc:chgData name="Cong Nam" userId="c4879dfc948cc026" providerId="LiveId" clId="{8DBCA3E7-4569-434B-99E5-F18E8559C032}" dt="2026-06-11T23:53:57.648" v="237" actId="14100"/>
        <pc:sldMkLst>
          <pc:docMk/>
          <pc:sldMk cId="0" sldId="261"/>
        </pc:sldMkLst>
        <pc:spChg chg="mod">
          <ac:chgData name="Cong Nam" userId="c4879dfc948cc026" providerId="LiveId" clId="{8DBCA3E7-4569-434B-99E5-F18E8559C032}" dt="2026-06-11T23:53:24.477" v="228" actId="255"/>
          <ac:spMkLst>
            <pc:docMk/>
            <pc:sldMk cId="0" sldId="261"/>
            <ac:spMk id="180" creationId="{00000000-0000-0000-0000-000000000000}"/>
          </ac:spMkLst>
        </pc:spChg>
        <pc:spChg chg="mod">
          <ac:chgData name="Cong Nam" userId="c4879dfc948cc026" providerId="LiveId" clId="{8DBCA3E7-4569-434B-99E5-F18E8559C032}" dt="2026-06-11T23:53:29.549" v="229" actId="255"/>
          <ac:spMkLst>
            <pc:docMk/>
            <pc:sldMk cId="0" sldId="261"/>
            <ac:spMk id="182" creationId="{00000000-0000-0000-0000-000000000000}"/>
          </ac:spMkLst>
        </pc:spChg>
        <pc:spChg chg="mod">
          <ac:chgData name="Cong Nam" userId="c4879dfc948cc026" providerId="LiveId" clId="{8DBCA3E7-4569-434B-99E5-F18E8559C032}" dt="2026-06-11T23:53:33.290" v="230" actId="255"/>
          <ac:spMkLst>
            <pc:docMk/>
            <pc:sldMk cId="0" sldId="261"/>
            <ac:spMk id="184" creationId="{00000000-0000-0000-0000-000000000000}"/>
          </ac:spMkLst>
        </pc:spChg>
        <pc:spChg chg="mod">
          <ac:chgData name="Cong Nam" userId="c4879dfc948cc026" providerId="LiveId" clId="{8DBCA3E7-4569-434B-99E5-F18E8559C032}" dt="2026-06-11T23:53:37.430" v="231" actId="255"/>
          <ac:spMkLst>
            <pc:docMk/>
            <pc:sldMk cId="0" sldId="261"/>
            <ac:spMk id="186" creationId="{00000000-0000-0000-0000-000000000000}"/>
          </ac:spMkLst>
        </pc:spChg>
        <pc:spChg chg="mod">
          <ac:chgData name="Cong Nam" userId="c4879dfc948cc026" providerId="LiveId" clId="{8DBCA3E7-4569-434B-99E5-F18E8559C032}" dt="2026-06-11T23:53:41.218" v="232" actId="255"/>
          <ac:spMkLst>
            <pc:docMk/>
            <pc:sldMk cId="0" sldId="261"/>
            <ac:spMk id="188" creationId="{00000000-0000-0000-0000-000000000000}"/>
          </ac:spMkLst>
        </pc:spChg>
        <pc:picChg chg="mod">
          <ac:chgData name="Cong Nam" userId="c4879dfc948cc026" providerId="LiveId" clId="{8DBCA3E7-4569-434B-99E5-F18E8559C032}" dt="2026-06-11T23:52:56.875" v="226" actId="1076"/>
          <ac:picMkLst>
            <pc:docMk/>
            <pc:sldMk cId="0" sldId="261"/>
            <ac:picMk id="170" creationId="{00000000-0000-0000-0000-000000000000}"/>
          </ac:picMkLst>
        </pc:picChg>
        <pc:picChg chg="mod">
          <ac:chgData name="Cong Nam" userId="c4879dfc948cc026" providerId="LiveId" clId="{8DBCA3E7-4569-434B-99E5-F18E8559C032}" dt="2026-06-11T23:53:05.089" v="227" actId="14100"/>
          <ac:picMkLst>
            <pc:docMk/>
            <pc:sldMk cId="0" sldId="261"/>
            <ac:picMk id="171" creationId="{00000000-0000-0000-0000-000000000000}"/>
          </ac:picMkLst>
        </pc:picChg>
        <pc:picChg chg="mod">
          <ac:chgData name="Cong Nam" userId="c4879dfc948cc026" providerId="LiveId" clId="{8DBCA3E7-4569-434B-99E5-F18E8559C032}" dt="2026-06-11T23:53:44.691" v="233" actId="14100"/>
          <ac:picMkLst>
            <pc:docMk/>
            <pc:sldMk cId="0" sldId="261"/>
            <ac:picMk id="172" creationId="{00000000-0000-0000-0000-000000000000}"/>
          </ac:picMkLst>
        </pc:picChg>
        <pc:picChg chg="mod">
          <ac:chgData name="Cong Nam" userId="c4879dfc948cc026" providerId="LiveId" clId="{8DBCA3E7-4569-434B-99E5-F18E8559C032}" dt="2026-06-11T23:53:50.092" v="235" actId="14100"/>
          <ac:picMkLst>
            <pc:docMk/>
            <pc:sldMk cId="0" sldId="261"/>
            <ac:picMk id="173" creationId="{00000000-0000-0000-0000-000000000000}"/>
          </ac:picMkLst>
        </pc:picChg>
        <pc:picChg chg="mod">
          <ac:chgData name="Cong Nam" userId="c4879dfc948cc026" providerId="LiveId" clId="{8DBCA3E7-4569-434B-99E5-F18E8559C032}" dt="2026-06-11T23:53:53.914" v="236" actId="14100"/>
          <ac:picMkLst>
            <pc:docMk/>
            <pc:sldMk cId="0" sldId="261"/>
            <ac:picMk id="174" creationId="{00000000-0000-0000-0000-000000000000}"/>
          </ac:picMkLst>
        </pc:picChg>
        <pc:picChg chg="mod">
          <ac:chgData name="Cong Nam" userId="c4879dfc948cc026" providerId="LiveId" clId="{8DBCA3E7-4569-434B-99E5-F18E8559C032}" dt="2026-06-11T23:53:57.648" v="237" actId="14100"/>
          <ac:picMkLst>
            <pc:docMk/>
            <pc:sldMk cId="0" sldId="261"/>
            <ac:picMk id="175" creationId="{00000000-0000-0000-0000-000000000000}"/>
          </ac:picMkLst>
        </pc:picChg>
      </pc:sldChg>
      <pc:sldChg chg="modSp mod">
        <pc:chgData name="Cong Nam" userId="c4879dfc948cc026" providerId="LiveId" clId="{8DBCA3E7-4569-434B-99E5-F18E8559C032}" dt="2026-06-11T23:55:07.281" v="304" actId="20577"/>
        <pc:sldMkLst>
          <pc:docMk/>
          <pc:sldMk cId="0" sldId="263"/>
        </pc:sldMkLst>
        <pc:spChg chg="mod">
          <ac:chgData name="Cong Nam" userId="c4879dfc948cc026" providerId="LiveId" clId="{8DBCA3E7-4569-434B-99E5-F18E8559C032}" dt="2026-06-11T23:54:32.742" v="256" actId="20577"/>
          <ac:spMkLst>
            <pc:docMk/>
            <pc:sldMk cId="0" sldId="263"/>
            <ac:spMk id="214" creationId="{00000000-0000-0000-0000-000000000000}"/>
          </ac:spMkLst>
        </pc:spChg>
        <pc:spChg chg="mod">
          <ac:chgData name="Cong Nam" userId="c4879dfc948cc026" providerId="LiveId" clId="{8DBCA3E7-4569-434B-99E5-F18E8559C032}" dt="2026-06-11T23:54:50.252" v="287" actId="20577"/>
          <ac:spMkLst>
            <pc:docMk/>
            <pc:sldMk cId="0" sldId="263"/>
            <ac:spMk id="216" creationId="{00000000-0000-0000-0000-000000000000}"/>
          </ac:spMkLst>
        </pc:spChg>
        <pc:spChg chg="mod">
          <ac:chgData name="Cong Nam" userId="c4879dfc948cc026" providerId="LiveId" clId="{8DBCA3E7-4569-434B-99E5-F18E8559C032}" dt="2026-06-11T23:55:07.281" v="304" actId="20577"/>
          <ac:spMkLst>
            <pc:docMk/>
            <pc:sldMk cId="0" sldId="263"/>
            <ac:spMk id="218" creationId="{00000000-0000-0000-0000-000000000000}"/>
          </ac:spMkLst>
        </pc:spChg>
      </pc:sldChg>
      <pc:sldChg chg="modSp mod">
        <pc:chgData name="Cong Nam" userId="c4879dfc948cc026" providerId="LiveId" clId="{8DBCA3E7-4569-434B-99E5-F18E8559C032}" dt="2026-06-11T23:55:53.344" v="325" actId="14100"/>
        <pc:sldMkLst>
          <pc:docMk/>
          <pc:sldMk cId="0" sldId="264"/>
        </pc:sldMkLst>
        <pc:spChg chg="mod">
          <ac:chgData name="Cong Nam" userId="c4879dfc948cc026" providerId="LiveId" clId="{8DBCA3E7-4569-434B-99E5-F18E8559C032}" dt="2026-06-11T23:55:42.680" v="324" actId="20577"/>
          <ac:spMkLst>
            <pc:docMk/>
            <pc:sldMk cId="0" sldId="264"/>
            <ac:spMk id="227" creationId="{00000000-0000-0000-0000-000000000000}"/>
          </ac:spMkLst>
        </pc:spChg>
        <pc:spChg chg="mod">
          <ac:chgData name="Cong Nam" userId="c4879dfc948cc026" providerId="LiveId" clId="{8DBCA3E7-4569-434B-99E5-F18E8559C032}" dt="2026-06-11T23:55:53.344" v="325" actId="14100"/>
          <ac:spMkLst>
            <pc:docMk/>
            <pc:sldMk cId="0" sldId="264"/>
            <ac:spMk id="229" creationId="{00000000-0000-0000-0000-000000000000}"/>
          </ac:spMkLst>
        </pc:spChg>
        <pc:spChg chg="mod">
          <ac:chgData name="Cong Nam" userId="c4879dfc948cc026" providerId="LiveId" clId="{8DBCA3E7-4569-434B-99E5-F18E8559C032}" dt="2026-06-11T23:55:19.150" v="305" actId="14100"/>
          <ac:spMkLst>
            <pc:docMk/>
            <pc:sldMk cId="0" sldId="264"/>
            <ac:spMk id="230" creationId="{00000000-0000-0000-0000-000000000000}"/>
          </ac:spMkLst>
        </pc:spChg>
      </pc:sldChg>
      <pc:sldChg chg="addSp delSp modSp mod">
        <pc:chgData name="Cong Nam" userId="c4879dfc948cc026" providerId="LiveId" clId="{8DBCA3E7-4569-434B-99E5-F18E8559C032}" dt="2026-06-12T00:10:19.200" v="333" actId="1076"/>
        <pc:sldMkLst>
          <pc:docMk/>
          <pc:sldMk cId="0" sldId="265"/>
        </pc:sldMkLst>
        <pc:picChg chg="add mod">
          <ac:chgData name="Cong Nam" userId="c4879dfc948cc026" providerId="LiveId" clId="{8DBCA3E7-4569-434B-99E5-F18E8559C032}" dt="2026-06-12T00:08:24.174" v="331" actId="1076"/>
          <ac:picMkLst>
            <pc:docMk/>
            <pc:sldMk cId="0" sldId="265"/>
            <ac:picMk id="3" creationId="{CC8DA238-7DA9-36B0-3C12-C47CB51D8D35}"/>
          </ac:picMkLst>
        </pc:picChg>
        <pc:picChg chg="add mod">
          <ac:chgData name="Cong Nam" userId="c4879dfc948cc026" providerId="LiveId" clId="{8DBCA3E7-4569-434B-99E5-F18E8559C032}" dt="2026-06-12T00:10:19.200" v="333" actId="1076"/>
          <ac:picMkLst>
            <pc:docMk/>
            <pc:sldMk cId="0" sldId="265"/>
            <ac:picMk id="5" creationId="{B4E26E42-B2D6-0ABA-F5BC-8362954597B6}"/>
          </ac:picMkLst>
        </pc:picChg>
        <pc:picChg chg="del">
          <ac:chgData name="Cong Nam" userId="c4879dfc948cc026" providerId="LiveId" clId="{8DBCA3E7-4569-434B-99E5-F18E8559C032}" dt="2026-06-12T00:08:18.930" v="329" actId="478"/>
          <ac:picMkLst>
            <pc:docMk/>
            <pc:sldMk cId="0" sldId="265"/>
            <ac:picMk id="237" creationId="{00000000-0000-0000-0000-000000000000}"/>
          </ac:picMkLst>
        </pc:picChg>
        <pc:picChg chg="del">
          <ac:chgData name="Cong Nam" userId="c4879dfc948cc026" providerId="LiveId" clId="{8DBCA3E7-4569-434B-99E5-F18E8559C032}" dt="2026-06-12T00:08:20.731" v="330" actId="478"/>
          <ac:picMkLst>
            <pc:docMk/>
            <pc:sldMk cId="0" sldId="265"/>
            <ac:picMk id="241" creationId="{00000000-0000-0000-0000-000000000000}"/>
          </ac:picMkLst>
        </pc:picChg>
      </pc:sldChg>
      <pc:sldChg chg="modSp mod">
        <pc:chgData name="Cong Nam" userId="c4879dfc948cc026" providerId="LiveId" clId="{8DBCA3E7-4569-434B-99E5-F18E8559C032}" dt="2026-06-12T00:11:08.588" v="356" actId="20577"/>
        <pc:sldMkLst>
          <pc:docMk/>
          <pc:sldMk cId="0" sldId="268"/>
        </pc:sldMkLst>
        <pc:spChg chg="mod">
          <ac:chgData name="Cong Nam" userId="c4879dfc948cc026" providerId="LiveId" clId="{8DBCA3E7-4569-434B-99E5-F18E8559C032}" dt="2026-06-12T00:11:08.588" v="356" actId="20577"/>
          <ac:spMkLst>
            <pc:docMk/>
            <pc:sldMk cId="0" sldId="268"/>
            <ac:spMk id="288" creationId="{00000000-0000-0000-0000-000000000000}"/>
          </ac:spMkLst>
        </pc:spChg>
      </pc:sldChg>
      <pc:sldChg chg="del">
        <pc:chgData name="Cong Nam" userId="c4879dfc948cc026" providerId="LiveId" clId="{8DBCA3E7-4569-434B-99E5-F18E8559C032}" dt="2026-06-12T00:11:42.859" v="357" actId="2696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969615"/>
            <a:ext cx="11049000" cy="49186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81100" y="1579215"/>
            <a:ext cx="98298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ĐỒ ÁN MÔN HỌC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35354" y="1944885"/>
            <a:ext cx="1032129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TÌM HIỂU VÀ TRIỂN KHAI ACTIVE DIRECTORY TRÊN WINDOWS SERVER 2019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81100" y="4383285"/>
            <a:ext cx="4819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Giảng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viên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hướng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dẫn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ThS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Nguyễn Thị Thu </a:t>
            </a:r>
            <a:r>
              <a:rPr lang="en-US" sz="1500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Thúy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181100" y="4830960"/>
            <a:ext cx="4819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Lớp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Mạng</a:t>
            </a:r>
            <a:r>
              <a:rPr lang="en-US" sz="1500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máy</a:t>
            </a:r>
            <a:r>
              <a:rPr lang="en-US" sz="1500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tính</a:t>
            </a:r>
            <a:r>
              <a:rPr lang="en-US" sz="1500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A K67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6191250" y="4383285"/>
            <a:ext cx="4819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Sinh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viên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thực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hiện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  </a:t>
            </a:r>
            <a:r>
              <a:rPr lang="en-US" sz="150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Trần</a:t>
            </a:r>
            <a:r>
              <a:rPr lang="en-US" sz="150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Công Nam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6191250" y="4830960"/>
            <a:ext cx="4819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Mã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sinh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viên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2221050820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Mục tiêu đề tài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42975" y="2719387"/>
            <a:ext cx="10677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Tìm hiểu chuyên sâu: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Nghiên cứu kiến trúc và tính năng của Active Directory Domain Services.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42975" y="3214687"/>
            <a:ext cx="10677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Xây dựng hạ tầng: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Triển khai hệ thống Domain Controller trên nền tảng Windows Server 2019.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42975" y="3709987"/>
            <a:ext cx="10677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Quản lý tập trung: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Thiết lập hệ thống quản trị người dùng, máy tính và tài nguyên mạng.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42975" y="4205287"/>
            <a:ext cx="10677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Tích hợp dịch vụ: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Triển khai DNS, DHCP, Group Policy và File Server.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42975" y="4700587"/>
            <a:ext cx="10677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Đảm bảo tính sẵn sàng: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Cấu hình Additional Domain Controller để tăng khả năng dự phòng.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57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52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480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433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386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764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Tổng quan Active Directory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66750" y="1985962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Active Directory (AD)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là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dịch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vụ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thư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mục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do Microsoft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phát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triển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đóng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vai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trò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là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trái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tim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"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của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hệ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thống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mạng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doanh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nghiệp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8596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47700" y="29670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296703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Quản lý tập trung: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Lưu trữ dữ liệu về người dùng và thiết bị trong một cơ sở dữ liệu duy nhất.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47700" y="35766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357663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Xác thực &amp; Phân quyền: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Kiểm soát truy cập tài nguyên dựa trên danh tính người dùng.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7700" y="4186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418623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Chính sách GPO: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Triển khai các thiết lập bảo mật và cấu hình phần mềm tự động.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47700" y="47958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4795837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Khả năng mở rộng: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Phù hợp cho mọi quy mô từ văn phòng nhỏ đến tập đoàn đa quốc gia.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9350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19350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19350"/>
            <a:ext cx="3492549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Mô hình hệ thống triển khai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784223" y="3524250"/>
            <a:ext cx="30671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SERVER2022</a:t>
            </a:r>
            <a:r>
              <a:rPr lang="en-US" sz="1800" b="1" i="0" u="none" strike="noStrike" cap="none" dirty="0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 (Primary)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4000500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Nắm giữ vai trò chủ đạo, cung cấp các dịch vụ AD DS, DNS và DHCP cho toàn bộ hệ thống.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562523" y="3524250"/>
            <a:ext cx="30671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ADC (Additional)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4635549" y="4000500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Máy chủ dự phòng, đồng bộ dữ liệu liên tục từ DC1 để đảm bảo uptime cho dịch vụ Domain.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340822" y="3524250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Client (Win 10/11)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413849" y="4000500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Thiết bị người dùng cuối tham gia vào Domain </a:t>
            </a: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company.com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để được quản trị.</a:t>
            </a:r>
            <a:endParaRPr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28098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8098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74262" y="2809875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Thông số cấu hình chi tiết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17"/>
          <p:cNvGraphicFramePr/>
          <p:nvPr>
            <p:extLst>
              <p:ext uri="{D42A27DB-BD31-4B8C-83A1-F6EECF244321}">
                <p14:modId xmlns:p14="http://schemas.microsoft.com/office/powerpoint/2010/main" val="2554067419"/>
              </p:ext>
            </p:extLst>
          </p:nvPr>
        </p:nvGraphicFramePr>
        <p:xfrm>
          <a:off x="571500" y="2686050"/>
          <a:ext cx="11049000" cy="2390800"/>
        </p:xfrm>
        <a:graphic>
          <a:graphicData uri="http://schemas.openxmlformats.org/drawingml/2006/table">
            <a:tbl>
              <a:tblPr firstRow="1" bandRow="1">
                <a:noFill/>
                <a:tableStyleId>{79929050-D1EF-4AD0-86E6-90641A22F730}</a:tableStyleId>
              </a:tblPr>
              <a:tblGrid>
                <a:gridCol w="204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Thiết bị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Hệ điều hành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Địa chỉ IP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Dịch vụ cài đặt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Server2022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Windows Server 2022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192.168.10.10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 DS, DNS, DHCP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ADC Server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Windows Server 2022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192.168.10.5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 DS (ADC), DNS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Client PC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Windows 10 Pro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DHCP cấp phát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002D5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Domain Member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4" name="Google Shape;154;p17"/>
          <p:cNvSpPr/>
          <p:nvPr/>
        </p:nvSpPr>
        <p:spPr>
          <a:xfrm>
            <a:off x="571500" y="3862387"/>
            <a:ext cx="204177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2613273" y="3862387"/>
            <a:ext cx="342840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041677" y="3862387"/>
            <a:ext cx="250075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8542436" y="3862387"/>
            <a:ext cx="307806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71500" y="4462462"/>
            <a:ext cx="204177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613273" y="4462462"/>
            <a:ext cx="342840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041677" y="4462462"/>
            <a:ext cx="250075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8542436" y="4462462"/>
            <a:ext cx="307806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71500" y="5062537"/>
            <a:ext cx="204177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613273" y="5062537"/>
            <a:ext cx="342840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6041677" y="5062537"/>
            <a:ext cx="250075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8542436" y="5062537"/>
            <a:ext cx="307806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3156" y="-7515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3353841"/>
            <a:ext cx="2144713" cy="154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36515" y="3353841"/>
            <a:ext cx="1988790" cy="154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01530" y="3353841"/>
            <a:ext cx="1947167" cy="164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30179" y="3353841"/>
            <a:ext cx="1903339" cy="164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1560" y="3353841"/>
            <a:ext cx="1988940" cy="1648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Quy trình triển khai AD DS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691801" y="3515766"/>
            <a:ext cx="17481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Bước 1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33425" y="3820566"/>
            <a:ext cx="166494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Cài </a:t>
            </a: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đặt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Role AD DS </a:t>
            </a: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trên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Server Manager.</a:t>
            </a:r>
            <a:endParaRPr sz="1600"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2956816" y="3515766"/>
            <a:ext cx="17481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Bước 2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2998440" y="3820566"/>
            <a:ext cx="166494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Promote Server </a:t>
            </a: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lên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Domain Controller.</a:t>
            </a:r>
            <a:endParaRPr sz="1600" dirty="0"/>
          </a:p>
        </p:txBody>
      </p:sp>
      <p:sp>
        <p:nvSpPr>
          <p:cNvPr id="183" name="Google Shape;183;p18"/>
          <p:cNvSpPr txBox="1"/>
          <p:nvPr/>
        </p:nvSpPr>
        <p:spPr>
          <a:xfrm>
            <a:off x="5221831" y="3515766"/>
            <a:ext cx="17481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Bước 3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263455" y="3820566"/>
            <a:ext cx="166494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Thiết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lập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Forest &amp; Domain company.com.</a:t>
            </a:r>
            <a:endParaRPr sz="1600" dirty="0"/>
          </a:p>
        </p:txBody>
      </p:sp>
      <p:sp>
        <p:nvSpPr>
          <p:cNvPr id="185" name="Google Shape;185;p18"/>
          <p:cNvSpPr txBox="1"/>
          <p:nvPr/>
        </p:nvSpPr>
        <p:spPr>
          <a:xfrm>
            <a:off x="7486847" y="3515766"/>
            <a:ext cx="17481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Bước 4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528470" y="3820566"/>
            <a:ext cx="166494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Tạo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cấu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trúc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OU </a:t>
            </a: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cho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các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phòng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ban.</a:t>
            </a:r>
            <a:endParaRPr sz="1600" dirty="0"/>
          </a:p>
        </p:txBody>
      </p:sp>
      <p:sp>
        <p:nvSpPr>
          <p:cNvPr id="187" name="Google Shape;187;p18"/>
          <p:cNvSpPr txBox="1"/>
          <p:nvPr/>
        </p:nvSpPr>
        <p:spPr>
          <a:xfrm>
            <a:off x="9751862" y="3515766"/>
            <a:ext cx="17481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Bước 5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793485" y="3820566"/>
            <a:ext cx="166494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Tạo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User &amp; Security Groups </a:t>
            </a: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quản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lý</a:t>
            </a:r>
            <a:r>
              <a:rPr lang="en-US" sz="16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9850"/>
            <a:ext cx="5334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62250"/>
            <a:ext cx="533400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Vai trò DNS và DHCP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00375" y="29527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738187" y="3333750"/>
            <a:ext cx="50006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Dịch vụ DNS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57250" y="381000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Phân giải tên miền nội bộ giúp các máy trạm tìm thấy Domain Controller. Tích hợp chặt chẽ với AD để cập nhật bản ghi tự động.</a:t>
            </a:r>
            <a:endParaRPr/>
          </a:p>
        </p:txBody>
      </p:sp>
      <p:pic>
        <p:nvPicPr>
          <p:cNvPr id="201" name="Google Shape;20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39187" y="31051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6453187" y="3486150"/>
            <a:ext cx="50006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Dịch vụ DHCP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572250" y="39624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Quản lý và cấp phát IP tự động cho các thiết bị. Giảm thiểu sai sót do cấu hình thủ công và quản lý tập trung dải IP.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62000" y="1071562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Additional DC &amp; Dự phòng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1071562"/>
            <a:ext cx="76200" cy="12382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25955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Triển khai Additional Domain Controller (ADC) là bước quan trọng nhất để loại bỏ điểm yếu chết người "Single Point of Failure":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47700" y="3805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62000" y="3805237"/>
            <a:ext cx="4762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Đồng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bộ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hóa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Dữ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liệu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từ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SERVER2022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được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replication sang ADC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liên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tục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15" name="Google Shape;215;p20"/>
          <p:cNvSpPr txBox="1"/>
          <p:nvPr/>
        </p:nvSpPr>
        <p:spPr>
          <a:xfrm>
            <a:off x="647700" y="44148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62000" y="4414837"/>
            <a:ext cx="4762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Tính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sẵn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sàng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Nếu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SERVER2022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lỗi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ADC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sẽ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đứng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ra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xác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thực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cho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người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dùng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ngay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lập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tức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17" name="Google Shape;217;p20"/>
          <p:cNvSpPr txBox="1"/>
          <p:nvPr/>
        </p:nvSpPr>
        <p:spPr>
          <a:xfrm>
            <a:off x="647700" y="50244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762000" y="5024437"/>
            <a:ext cx="4762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Tải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hệ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thống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Giảm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tải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cho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SERVER2022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khi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có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lượng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yêu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cầu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đăng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nhập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lớn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05312"/>
            <a:ext cx="11049000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Kiểm tra đồng bộ dữ liệu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762000" y="4595812"/>
            <a:ext cx="10668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Kết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quả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thực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nghiệm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Khi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tạo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một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User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mới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trên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SERVER2022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dữ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liệu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xuất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hiện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trên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ADC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chỉ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vài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giây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Mọi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thay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đổi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về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OU, Group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và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GPO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đều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được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đồng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bộ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thành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công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qua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giao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thức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RPC.</a:t>
            </a:r>
            <a:endParaRPr dirty="0"/>
          </a:p>
        </p:txBody>
      </p:sp>
      <p:sp>
        <p:nvSpPr>
          <p:cNvPr id="228" name="Google Shape;228;p21"/>
          <p:cNvSpPr txBox="1"/>
          <p:nvPr/>
        </p:nvSpPr>
        <p:spPr>
          <a:xfrm>
            <a:off x="2218283" y="2224087"/>
            <a:ext cx="154721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2218283" y="3595687"/>
            <a:ext cx="173428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DCs </a:t>
            </a:r>
            <a:r>
              <a:rPr lang="en-US" sz="21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Đồng</a:t>
            </a:r>
            <a:r>
              <a:rPr lang="en-US" sz="21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bộ</a:t>
            </a:r>
            <a:endParaRPr dirty="0"/>
          </a:p>
        </p:txBody>
      </p:sp>
      <p:sp>
        <p:nvSpPr>
          <p:cNvPr id="230" name="Google Shape;230;p21"/>
          <p:cNvSpPr txBox="1"/>
          <p:nvPr/>
        </p:nvSpPr>
        <p:spPr>
          <a:xfrm>
            <a:off x="7059066" y="2224087"/>
            <a:ext cx="316648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100%</a:t>
            </a:r>
            <a:endParaRPr dirty="0"/>
          </a:p>
        </p:txBody>
      </p:sp>
      <p:sp>
        <p:nvSpPr>
          <p:cNvPr id="231" name="Google Shape;231;p21"/>
          <p:cNvSpPr txBox="1"/>
          <p:nvPr/>
        </p:nvSpPr>
        <p:spPr>
          <a:xfrm>
            <a:off x="7059066" y="3595687"/>
            <a:ext cx="29146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Dữ liệu nhất quán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Thiết lập Group Policy (GPO)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571500" y="245268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Group Policy giúp áp dụng các quy định bảo mật đồng nhất cho hàng ngàn máy tính cùng lúc: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914400" y="321468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Bảo mật: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Cấm truy cập Command Prompt và Control Panel.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942975" y="4014787"/>
            <a:ext cx="4962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Đồng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bộ</a:t>
            </a:r>
            <a:r>
              <a:rPr lang="en-US" sz="1500" b="1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Tự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động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thay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đổi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hình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nền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máy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tính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công</a:t>
            </a:r>
            <a:r>
              <a:rPr lang="en-US" sz="1500" b="0" i="0" u="none" strike="noStrike" cap="none" dirty="0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ty.</a:t>
            </a:r>
            <a:endParaRPr dirty="0"/>
          </a:p>
        </p:txBody>
      </p:sp>
      <p:sp>
        <p:nvSpPr>
          <p:cNvPr id="244" name="Google Shape;244;p22"/>
          <p:cNvSpPr txBox="1"/>
          <p:nvPr/>
        </p:nvSpPr>
        <p:spPr>
          <a:xfrm>
            <a:off x="942975" y="4510087"/>
            <a:ext cx="49625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Tiện ích: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Tự động Map Drive ổ đĩa dùng chung khi đăng nhập.</a:t>
            </a:r>
            <a:endParaRPr/>
          </a:p>
        </p:txBody>
      </p:sp>
      <p:pic>
        <p:nvPicPr>
          <p:cNvPr id="245" name="Google Shape;24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52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528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481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8DA238-7DA9-36B0-3C12-C47CB51D8D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704" y="1928930"/>
            <a:ext cx="3712961" cy="1571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E26E42-B2D6-0ABA-F5BC-8362954597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0704" y="3581299"/>
            <a:ext cx="2429214" cy="14384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197643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Quản lý File Server tập trung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9700" y="2052637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6286500" y="282892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Cấu trúc thư mục chia sẻ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286500" y="31051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Dữ liệu được tổ chức theo phòng ban tại một vị trí lưu trữ duy nhất trên Server, giúp việc backup và bảo mật trở nên đơn giản.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362700" y="3867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6477000" y="38671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Thư mục </a:t>
            </a: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NhanSu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 Dành cho nhân viên HR.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362700" y="4171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6477000" y="41719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Thư mục </a:t>
            </a: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KeToan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: Dành cho bộ phận Tài chính.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362700" y="44767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477000" y="44767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Sử dụng giao thức </a:t>
            </a: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SMB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cho hiệu năng cao nhất.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764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Phân quyền NTFS &amp; Share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571500" y="27241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Việc phân quyền được thực hiện dựa trên </a:t>
            </a: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Security Groups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để đảm bảo tính minh bạch và an toàn: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571500" y="459105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"Quyền hạn tối thiểu: Chỉ cho phép truy cập những gì cần thiết."</a:t>
            </a:r>
            <a:endParaRPr/>
          </a:p>
        </p:txBody>
      </p:sp>
      <p:pic>
        <p:nvPicPr>
          <p:cNvPr id="275" name="Google Shape;27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8596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571500" y="348615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8000"/>
                </a:solidFill>
                <a:latin typeface="Lato"/>
                <a:ea typeface="Lato"/>
                <a:cs typeface="Lato"/>
                <a:sym typeface="Lato"/>
              </a:rPr>
              <a:t>Group NhanSu: Full Control trên thư mục NhanSu.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571500" y="37909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Group KeToan: Bị từ chối truy cập (Access Denied) vào thư mục NhanSu.</a:t>
            </a:r>
            <a:endParaRPr/>
          </a:p>
        </p:txBody>
      </p:sp>
      <p:pic>
        <p:nvPicPr>
          <p:cNvPr id="278" name="Google Shape;27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480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52862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3125" y="3977580"/>
            <a:ext cx="38100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3977580"/>
            <a:ext cx="38100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295275" y="1280219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CA28"/>
                </a:solidFill>
                <a:latin typeface="Poppins"/>
                <a:ea typeface="Poppins"/>
                <a:cs typeface="Poppins"/>
                <a:sym typeface="Poppins"/>
              </a:rPr>
              <a:t>Kiểm thử dự phòng (Failover)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571500" y="2613719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Kịch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bản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Giả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lập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Server2022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bị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sập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hoàn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toàn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(Power Off).</a:t>
            </a:r>
            <a:endParaRPr dirty="0"/>
          </a:p>
        </p:txBody>
      </p:sp>
      <p:sp>
        <p:nvSpPr>
          <p:cNvPr id="289" name="Google Shape;289;p25"/>
          <p:cNvSpPr txBox="1"/>
          <p:nvPr/>
        </p:nvSpPr>
        <p:spPr>
          <a:xfrm>
            <a:off x="571500" y="318328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Kết quả: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2347912" y="4263330"/>
            <a:ext cx="34004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Hệ thống mạng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2428875" y="4539555"/>
            <a:ext cx="3238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DNS hoạt động ổn định nhờ DC2 tiếp quản. IP vẫn được duy trì.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6443662" y="4263330"/>
            <a:ext cx="34004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Người dùng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6524625" y="4539555"/>
            <a:ext cx="3238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Đăng nhập thành công, truy cập tài nguyên không gián đoạn.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6950"/>
            <a:ext cx="2547937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266950"/>
            <a:ext cx="2547937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266950"/>
            <a:ext cx="2547937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266950"/>
            <a:ext cx="2547937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Tổng kết kết quả đạt được</a:t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 txBox="1"/>
          <p:nvPr/>
        </p:nvSpPr>
        <p:spPr>
          <a:xfrm>
            <a:off x="807839" y="3371850"/>
            <a:ext cx="207525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Cơ sở hạ tầng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857250" y="3848100"/>
            <a:ext cx="197643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Xây dựng thành công Domain </a:t>
            </a: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company.com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ổn định, sẵn sàng hoạt động.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3641526" y="3371850"/>
            <a:ext cx="207525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Quản trị User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3690937" y="3848100"/>
            <a:ext cx="197643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Thiết lập thành công mô hình OU và Group quản trị khoa học theo phòng ban.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6475214" y="3371850"/>
            <a:ext cx="207525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Bảo mật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6524625" y="3848100"/>
            <a:ext cx="197643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Triển khai GPO cấm CMD/Control Panel và phân quyền File Server chính xác.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9308901" y="3371850"/>
            <a:ext cx="207525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Poppins"/>
                <a:ea typeface="Poppins"/>
                <a:cs typeface="Poppins"/>
                <a:sym typeface="Poppins"/>
              </a:rPr>
              <a:t>Dự phòng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9358312" y="3848100"/>
            <a:ext cx="197643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ADC hoạt động hoàn hảo, đồng bộ dữ liệu 100%, sẵn sàng cho kịch bản sự cố.</a:t>
            </a:r>
            <a:endParaRPr/>
          </a:p>
        </p:txBody>
      </p:sp>
      <p:pic>
        <p:nvPicPr>
          <p:cNvPr id="313" name="Google Shape;31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5431" y="2657475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79118" y="2657475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08406" y="2657475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7"/>
          <p:cNvSpPr txBox="1"/>
          <p:nvPr/>
        </p:nvSpPr>
        <p:spPr>
          <a:xfrm>
            <a:off x="490537" y="757237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Kết luận &amp; Hướng phát triển</a:t>
            </a:r>
            <a:endParaRPr/>
          </a:p>
        </p:txBody>
      </p:sp>
      <p:sp>
        <p:nvSpPr>
          <p:cNvPr id="322" name="Google Shape;322;p27"/>
          <p:cNvSpPr/>
          <p:nvPr/>
        </p:nvSpPr>
        <p:spPr>
          <a:xfrm>
            <a:off x="5143500" y="4767262"/>
            <a:ext cx="19050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295275" y="5186362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XIN CẢM ƠN!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1809750" y="1662112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Kết luận: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Đồ án đã hoàn thành các mục tiêu đề ra, xây dựng được hệ thống AD DS bền vững, bảo mật và có khả năng dự phòng cao cho doanh nghiệp.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1809750" y="2414587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Hướng phát triển tương lai: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1885950" y="30146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2000250" y="3014662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Cấu hình </a:t>
            </a: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DHCP Failover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cho tính sẵn sàng của dịch vụ IP.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1885950" y="33194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2000250" y="3319462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Triển khai </a:t>
            </a: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DFS (Distributed File System)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 để đồng bộ dữ liệu File Server.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1885950" y="36242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1" name="Google Shape;331;p27"/>
          <p:cNvSpPr txBox="1"/>
          <p:nvPr/>
        </p:nvSpPr>
        <p:spPr>
          <a:xfrm>
            <a:off x="2000250" y="3624262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Nâng cấp bảo mật với </a:t>
            </a:r>
            <a:r>
              <a:rPr lang="en-US" sz="1500" b="1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Xác thực đa yếu tố (MFA)</a:t>
            </a: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32" name="Google Shape;332;p27"/>
          <p:cNvSpPr txBox="1"/>
          <p:nvPr/>
        </p:nvSpPr>
        <p:spPr>
          <a:xfrm>
            <a:off x="1885950" y="39290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2000250" y="3929062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Xây dựng hệ thống giám sát cảnh báo tài nguyên Server tự động.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1141</Words>
  <Application>Microsoft Office PowerPoint</Application>
  <PresentationFormat>Widescreen</PresentationFormat>
  <Paragraphs>123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Poppins</vt:lpstr>
      <vt:lpstr>Lato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Cong Nam</cp:lastModifiedBy>
  <cp:revision>1</cp:revision>
  <dcterms:modified xsi:type="dcterms:W3CDTF">2026-06-12T01:56:41Z</dcterms:modified>
</cp:coreProperties>
</file>